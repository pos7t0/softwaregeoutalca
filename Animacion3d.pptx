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Source Code Pro"/>
      <p:regular r:id="rId20"/>
      <p:bold r:id="rId21"/>
      <p:italic r:id="rId22"/>
      <p:boldItalic r:id="rId23"/>
    </p:embeddedFont>
    <p:embeddedFont>
      <p:font typeface="Oswald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regular.fntdata"/><Relationship Id="rId22" Type="http://schemas.openxmlformats.org/officeDocument/2006/relationships/font" Target="fonts/SourceCodePro-italic.fntdata"/><Relationship Id="rId21" Type="http://schemas.openxmlformats.org/officeDocument/2006/relationships/font" Target="fonts/SourceCodePro-bold.fntdata"/><Relationship Id="rId24" Type="http://schemas.openxmlformats.org/officeDocument/2006/relationships/font" Target="fonts/Oswald-regular.fntdata"/><Relationship Id="rId23" Type="http://schemas.openxmlformats.org/officeDocument/2006/relationships/font" Target="fonts/SourceCodePr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7779985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7779985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77799854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77799854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77799854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77799854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c1217d57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c1217d57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c1217d5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c1217d5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c1217d57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c1217d57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c1217d57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c1217d57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77799854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77799854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77799854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77799854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estaba xd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youtube.com/watch?v=UL2EbxqwozM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1137750" y="932150"/>
            <a:ext cx="6868500" cy="146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580"/>
              <a:t>TEMA 10</a:t>
            </a:r>
            <a:endParaRPr sz="25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580"/>
              <a:t>“</a:t>
            </a:r>
            <a:r>
              <a:rPr lang="es-419" sz="2580"/>
              <a:t>Cómo</a:t>
            </a:r>
            <a:r>
              <a:rPr lang="es-419" sz="2580"/>
              <a:t> resolver la sincronización de animaciones de tomar y botar objetos independientes del jugador.”</a:t>
            </a:r>
            <a:endParaRPr sz="258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448950" y="3289500"/>
            <a:ext cx="2246100" cy="14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Profesor: Nicolás Acevedo </a:t>
            </a:r>
            <a:endParaRPr sz="1050">
              <a:solidFill>
                <a:srgbClr val="2424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Asignatura: Animación 3D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Integrantes: </a:t>
            </a:r>
            <a:endParaRPr/>
          </a:p>
          <a:p>
            <a:pPr indent="-3371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Rodrigo Soto</a:t>
            </a:r>
            <a:endParaRPr/>
          </a:p>
          <a:p>
            <a:pPr indent="-3371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Matías Oyarzún</a:t>
            </a:r>
            <a:endParaRPr/>
          </a:p>
          <a:p>
            <a:pPr indent="-3371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Vicente Santander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Hipótesis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468825"/>
            <a:ext cx="42603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Usar Animation Rigging permite mayor control sobre huesos y sincronización.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Separar lógica del objeto y jugador puede evitar errores de acoplamiento.</a:t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9000" y="1255350"/>
            <a:ext cx="3190576" cy="263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Referentes estudiados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52475"/>
            <a:ext cx="7836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hlink"/>
                </a:solidFill>
                <a:hlinkClick r:id="rId3"/>
              </a:rPr>
              <a:t>Make Animations WITHOUT making Animations! (Grab Items, Carry Objects, Do Anything, IK)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5235" y="1944985"/>
            <a:ext cx="5139200" cy="27646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4572000" y="110600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Proceso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Proyecto en Unity 3D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Obtención de Modelo en Mixamo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Importar packages (Animation Rigging)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Implementación de Two Bone IK Constraint para controlar manos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Programación de lógica para detectar entrada del jugador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Sincronización entre acción del jugador y rig de animación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2950" y="372500"/>
            <a:ext cx="6572250" cy="441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400" y="357163"/>
            <a:ext cx="2495550" cy="44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295" y="0"/>
            <a:ext cx="77574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685" y="372486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1648" y="0"/>
            <a:ext cx="594070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368" y="0"/>
            <a:ext cx="672526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Resultados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468825"/>
            <a:ext cx="49731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Se logró tomar y botar objetos sin errores de sincronización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El objeto se mantiene visualmente independiente pero coordinado con el jugador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Las animaciones se sienten naturales y no presentan errores visuales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Mejor comprensión del sistema de Rigging y constraints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3325" y="172050"/>
            <a:ext cx="3554400" cy="2015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3325" y="2300094"/>
            <a:ext cx="3554401" cy="2036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8667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Conclusión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468825"/>
            <a:ext cx="80847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El problema resultó más sencillo de lo esperado con las herramientas adecuadas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Animation Rigging fue clave para lograr precisión sin complicaciones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Se comprendió la importancia de separar la lógica del objeto y el jugador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